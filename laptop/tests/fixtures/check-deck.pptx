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B6DF2-6157-4D56-838E-DA8673645892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DEC96-D253-412F-B882-CD77DA5D4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72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Intro</a:t>
            </a:r>
          </a:p>
          <a:p>
            <a:r>
              <a:rPr lang="de-DE"/>
              <a:t>## 0:30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16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## 5:00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70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## 7:00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530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Agenda</a:t>
            </a:r>
          </a:p>
          <a:p>
            <a:r>
              <a:rPr lang="de-DE"/>
              <a:t>## 10:75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68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Demo time</a:t>
            </a:r>
            <a:br>
              <a:rPr lang="de-DE"/>
            </a:br>
            <a:r>
              <a:rPr lang="de-DE"/>
              <a:t>## 12:00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695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## 11:00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651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Questions</a:t>
            </a:r>
          </a:p>
          <a:p>
            <a:r>
              <a:rPr lang="de-DE"/>
              <a:t>## 29:30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DEC96-D253-412F-B882-CD77DA5D4B5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802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B0680-5B74-193B-1077-E84F2795D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F650413-B1C4-BCE3-D800-5EE3BD300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576273-7F89-C3DD-8C95-07AF4AB6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00870D-4090-AFCF-7580-A5C4C994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3E2AEA-506D-1ABF-77D6-C7009136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73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5808C-5592-AE97-0786-D0587294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BD5E3-BE71-703C-7650-09A887D1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61F0E8-A302-FEB2-4560-2DC7F419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61330F-EBE3-2B6A-3BB1-5521EE23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6949DD-A8BF-67AA-E857-9F66DE97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718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4A14E9-39C9-62E9-747F-19945D30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ACFD27-868E-CFFA-4F40-C5764D2E2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FEBAB-D8EB-0861-F247-C0ED6182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E855D7-50A4-0AAA-8C97-45D79B87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4E0F3-96E8-92E1-8BAB-A74BFDB46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558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0BFA12-FB8A-D8CA-C1C5-73D58295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9C2DEF-D8FD-6B4B-6B6B-49B751E0E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974F1F-C615-DCCF-0697-CB827B445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031046-EDDF-B268-8592-3E8A67A1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A0BF52-B205-2AF9-F3D1-881C4FDE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4A5A8D-05BE-43BC-7EA4-B34911CF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29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C83863-73EE-6419-005A-C46DA45A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6D5C3A-7E8B-2633-15F3-77CB57CE7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4C03FA-DB8E-8486-B822-946AAA96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69B86A8-5D8A-92E8-FF9E-02EC5A93E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6B32730-C9EE-594F-8728-B50EEA6B1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9FD7CF4-BF32-2573-AA57-99049CD2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829782-7F57-D018-9AB6-1E439B68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AC6248-FAD5-F40B-033B-46F23E28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56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3A2F3-96E8-B5D4-9893-01E08047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E162EE-B2C8-F0E7-0845-CCE0E68C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A83D86-9741-D4D1-3FF6-1E8D6DE9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F0EC2D-BFB6-01EE-5BC3-C537D2C7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4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0182F3-5DE0-218A-DA8C-6F890542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DB6E42E-4A6D-E892-8D05-028937F3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BFDD52-3747-F9A2-D82A-0B53EAB3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2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20E5C0-E737-6286-C36C-7F9C351C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7776E-6DA4-CC04-487B-824E86953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269F4E-8548-DD76-CCB1-95D930EEF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C06EA0-A38E-39D9-19BE-D83D6177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C1D62D-D436-D511-6B3D-DA398F79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8993D1-04A9-ADAD-AE63-356EBE86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6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1BFAD-4444-392B-8739-CEB9A5548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1AA74DB-90DB-251E-E0C1-DF8DBA7934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B32FF4-44B1-D308-ACBF-C09293D65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F41478-9818-5DD0-21E3-6C8F7F7E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C9D585-AF6D-0979-8716-C4B709D1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7CFB21-DFA7-FCCB-76F5-8CBDD31B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075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ACCC9-BC69-E9B4-1640-46019A1B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CDB4-CE5E-0665-9688-C65856230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0CC58-D7A4-F410-C6C6-CEB2EFCE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480190-C451-77B2-9B1A-BD7010A1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ACE2D6-046E-0434-3CEE-2629C455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98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7B9C6B-93DC-F37E-A9EE-1C64E5B5D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E69F2D-F924-30B1-0175-C843309BF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E1D367-37D8-3EF6-FEF6-D5967D8E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A9983E-C27F-5E42-F5CF-82D61E40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664B88-F218-AFBB-6DF2-A2C8ABF6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6969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F5A59-2594-CCC5-A384-09AA417E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5A0B50-ED7B-C1D9-E3EA-2EE5B0C8A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AB85B1-8EA1-4EA2-5A53-B9E3946A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2448B-9A63-9822-3A37-A093558C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A34C65-E7BA-1041-9D10-0102A65A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87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9B6579E-D3FE-23DA-421B-5C6C2EC8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FEC831-53FE-0724-6F20-C50D49573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73F617-22C1-437C-FC50-226C8B758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22A1-6DF8-4ACA-BF6A-291F156B01AB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37419A-F6D5-2B9F-BFC2-E3503DAF2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1D197E-8F2E-7FEC-07CB-753C33B60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B62C5-A095-4D76-A8F9-709F6F508A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09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171C6-5E4B-0521-554E-17669367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B7D6B1-910A-A1F9-8A84-DD4DE38F5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03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3C4F8-4FEE-4272-8198-84D4DA53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2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DBB24-13BA-AA9C-7250-74C60616F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63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550AF-16F0-9B8A-C344-EB2869FD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52F1A3-E296-C8A3-119B-F898D2009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53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7D8D0-435C-9E87-27A1-CE0439BC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4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7D72BB-6125-C5FE-50CF-B6C091415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43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044B0-772D-7457-09A5-E4FC616B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693505-D0EB-108C-DD2F-B060339B4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19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529CA-170B-8FA6-343D-4A4A7682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6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4E6BC7-9704-0391-B8FC-7289E4FC7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86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27537-8A6D-640C-9F21-BE09AF3C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7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B53ECD-B5F4-F4C6-978C-DE5B5DC58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94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24</Paragraphs>
  <Slides>7</Slides>
  <Notes>7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Kronawitter</dc:creator>
  <cp:lastModifiedBy>Thomas Kronawitter</cp:lastModifiedBy>
  <cp:revision>1</cp:revision>
  <dcterms:created xsi:type="dcterms:W3CDTF">2026-10-24T17:57:11Z</dcterms:created>
  <dcterms:modified xsi:type="dcterms:W3CDTF">2026-10-24T17:57:11Z</dcterms:modified>
</cp:coreProperties>
</file>