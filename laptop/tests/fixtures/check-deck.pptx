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CB6DF2-6157-4D56-838E-DA8673645892}" type="datetimeFigureOut">
              <a:rPr lang="de-DE" smtClean="0"/>
              <a:t>24.10.2026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6DEC96-D253-412F-B882-CD77DA5D4B5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77223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Intro</a:t>
            </a:r>
          </a:p>
          <a:p>
            <a:r>
              <a:rPr lang="de-DE"/>
              <a:t>## 0:30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6DEC96-D253-412F-B882-CD77DA5D4B55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81660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## 5:00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6DEC96-D253-412F-B882-CD77DA5D4B55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50705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## 7:00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6DEC96-D253-412F-B882-CD77DA5D4B55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05305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Agenda</a:t>
            </a:r>
          </a:p>
          <a:p>
            <a:r>
              <a:rPr lang="de-DE"/>
              <a:t>## 10:75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6DEC96-D253-412F-B882-CD77DA5D4B55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36882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Demo time</a:t>
            </a:r>
            <a:br>
              <a:rPr lang="de-DE"/>
            </a:br>
            <a:r>
              <a:rPr lang="de-DE"/>
              <a:t>## 12:00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6DEC96-D253-412F-B882-CD77DA5D4B55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476953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## 11:00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6DEC96-D253-412F-B882-CD77DA5D4B55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346513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Questions</a:t>
            </a:r>
          </a:p>
          <a:p>
            <a:r>
              <a:rPr lang="de-DE"/>
              <a:t>## 29:30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6DEC96-D253-412F-B882-CD77DA5D4B55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280222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73B0680-5B74-193B-1077-E84F2795D3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F650413-B1C4-BCE3-D800-5EE3BD300A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6576273-7F89-C3DD-8C95-07AF4AB67C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122A1-6DF8-4ACA-BF6A-291F156B01AB}" type="datetimeFigureOut">
              <a:rPr lang="de-DE" smtClean="0"/>
              <a:t>24.10.2026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600870D-4090-AFCF-7580-A5C4C9941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93E2AEA-506D-1ABF-77D6-C7009136C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B62C5-A095-4D76-A8F9-709F6F508A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97356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A5808C-5592-AE97-0786-D0587294C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FEBD5E3-BE71-703C-7650-09A887D1CF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661F0E8-A302-FEB2-4560-2DC7F419C4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122A1-6DF8-4ACA-BF6A-291F156B01AB}" type="datetimeFigureOut">
              <a:rPr lang="de-DE" smtClean="0"/>
              <a:t>24.10.2026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C61330F-EBE3-2B6A-3BB1-5521EE234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86949DD-A8BF-67AA-E857-9F66DE97B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B62C5-A095-4D76-A8F9-709F6F508A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27181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4A14E9-39C9-62E9-747F-19945D30E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CACFD27-868E-CFFA-4F40-C5764D2E26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4EFEBAB-D8EB-0861-F247-C0ED6182D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122A1-6DF8-4ACA-BF6A-291F156B01AB}" type="datetimeFigureOut">
              <a:rPr lang="de-DE" smtClean="0"/>
              <a:t>24.10.2026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BE855D7-50A4-0AAA-8C97-45D79B87A1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54E0F3-96E8-92E1-8BAB-A74BFDB46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B62C5-A095-4D76-A8F9-709F6F508A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855822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0BFA12-FB8A-D8CA-C1C5-73D582953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99C2DEF-D8FD-6B4B-6B6B-49B751E0E9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2974F1F-C615-DCCF-0697-CB827B445C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6031046-EDDF-B268-8592-3E8A67A17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122A1-6DF8-4ACA-BF6A-291F156B01AB}" type="datetimeFigureOut">
              <a:rPr lang="de-DE" smtClean="0"/>
              <a:t>24.10.2026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4A0BF52-B205-2AF9-F3D1-881C4FDE9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04A5A8D-05BE-43BC-7EA4-B34911CFF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B62C5-A095-4D76-A8F9-709F6F508A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242975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C83863-73EE-6419-005A-C46DA45AB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76D5C3A-7E8B-2633-15F3-77CB57CE72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24C03FA-DB8E-8486-B822-946AAA9657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69B86A8-5D8A-92E8-FF9E-02EC5A93EF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6B32730-C9EE-594F-8728-B50EEA6B1C2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9FD7CF4-BF32-2573-AA57-99049CD2A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122A1-6DF8-4ACA-BF6A-291F156B01AB}" type="datetimeFigureOut">
              <a:rPr lang="de-DE" smtClean="0"/>
              <a:t>24.10.2026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E829782-7F57-D018-9AB6-1E439B683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7AC6248-FAD5-F40B-033B-46F23E285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B62C5-A095-4D76-A8F9-709F6F508A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815646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F3A2F3-96E8-B5D4-9893-01E08047E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4E162EE-B2C8-F0E7-0845-CCE0E68CA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122A1-6DF8-4ACA-BF6A-291F156B01AB}" type="datetimeFigureOut">
              <a:rPr lang="de-DE" smtClean="0"/>
              <a:t>24.10.2026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DA83D86-9741-D4D1-3FF6-1E8D6DE9A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AF0EC2D-BFB6-01EE-5BC3-C537D2C77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B62C5-A095-4D76-A8F9-709F6F508A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07427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F0182F3-5DE0-218A-DA8C-6F890542C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122A1-6DF8-4ACA-BF6A-291F156B01AB}" type="datetimeFigureOut">
              <a:rPr lang="de-DE" smtClean="0"/>
              <a:t>24.10.2026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DB6E42E-4A6D-E892-8D05-028937F3D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BFDD52-3747-F9A2-D82A-0B53EAB31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B62C5-A095-4D76-A8F9-709F6F508A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852967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20E5C0-E737-6286-C36C-7F9C351CD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5E7776E-6DA4-CC04-487B-824E86953B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E269F4E-8548-DD76-CCB1-95D930EEFC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FC06EA0-A38E-39D9-19BE-D83D617767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122A1-6DF8-4ACA-BF6A-291F156B01AB}" type="datetimeFigureOut">
              <a:rPr lang="de-DE" smtClean="0"/>
              <a:t>24.10.2026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CC1D62D-D436-D511-6B3D-DA398F798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28993D1-04A9-ADAD-AE63-356EBE862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B62C5-A095-4D76-A8F9-709F6F508A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16600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21BFAD-4444-392B-8739-CEB9A55488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31AA74DB-90DB-251E-E0C1-DF8DBA793489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AB32FF4-44B1-D308-ACBF-C09293D655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CF41478-9818-5DD0-21E3-6C8F7F7ED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122A1-6DF8-4ACA-BF6A-291F156B01AB}" type="datetimeFigureOut">
              <a:rPr lang="de-DE" smtClean="0"/>
              <a:t>24.10.2026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1C9D585-AF6D-0979-8716-C4B709D15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E7CFB21-DFA7-FCCB-76F5-8CBDD31B1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B62C5-A095-4D76-A8F9-709F6F508A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07590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1ACCC9-BC69-E9B4-1640-46019A1B7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067CDB4-CE5E-0665-9688-C65856230A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550CC58-D7A4-F410-C6C6-CEB2EFCEC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122A1-6DF8-4ACA-BF6A-291F156B01AB}" type="datetimeFigureOut">
              <a:rPr lang="de-DE" smtClean="0"/>
              <a:t>24.10.2026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D480190-C451-77B2-9B1A-BD7010A108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CACE2D6-046E-0434-3CEE-2629C45515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B62C5-A095-4D76-A8F9-709F6F508A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879821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097B9C6B-93DC-F37E-A9EE-1C64E5B5DB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AE69F2D-F924-30B1-0175-C843309BFB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5E1D367-37D8-3EF6-FEF6-D5967D8EE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122A1-6DF8-4ACA-BF6A-291F156B01AB}" type="datetimeFigureOut">
              <a:rPr lang="de-DE" smtClean="0"/>
              <a:t>24.10.2026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FA9983E-C27F-5E42-F5CF-82D61E400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2664B88-F218-AFBB-6DF2-A2C8ABF6A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B62C5-A095-4D76-A8F9-709F6F508A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169698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BEF5A59-2594-CCC5-A384-09AA417EA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85A0B50-ED7B-C1D9-E3EA-2EE5B0C8AE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CAB85B1-8EA1-4EA2-5A53-B9E3946AD9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122A1-6DF8-4ACA-BF6A-291F156B01AB}" type="datetimeFigureOut">
              <a:rPr lang="de-DE" smtClean="0"/>
              <a:t>24.10.2026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CB2448B-9A63-9822-3A37-A093558C7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BA34C65-E7BA-1041-9D10-0102A65AA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B62C5-A095-4D76-A8F9-709F6F508A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19873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59B6579E-D3FE-23DA-421B-5C6C2EC8F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0FEC831-53FE-0724-6F20-C50D495733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A73F617-22C1-437C-FC50-226C8B758E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4122A1-6DF8-4ACA-BF6A-291F156B01AB}" type="datetimeFigureOut">
              <a:rPr lang="de-DE" smtClean="0"/>
              <a:t>24.10.2026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537419A-F6D5-2B9F-BFC2-E3503DAF2A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B1D197E-8F2E-7FEC-07CB-753C33B601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5B62C5-A095-4D76-A8F9-709F6F508A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750959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9171C6-5E4B-0521-554E-176693671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Slide 1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4B7D6B1-910A-A1F9-8A84-DD4DE38F5E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80327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93C4F8-4FEE-4272-8198-84D4DA530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Slide 2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26DBB24-13BA-AA9C-7250-74C60616F1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46347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D550AF-16F0-9B8A-C344-EB2869FD4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Slide 3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252F1A3-E296-C8A3-119B-F898D20095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34534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B7D8D0-435C-9E87-27A1-CE0439BC9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Slide 4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E7D72BB-6125-C5FE-50CF-B6C091415D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74306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4044B0-772D-7457-09A5-E4FC616B8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Slide 5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3693505-D0EB-108C-DD2F-B060339B4E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31992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1529CA-170B-8FA6-343D-4A4A76822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Slide 6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44E6BC7-9704-0391-B8FC-7289E4FC7D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88616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F27537-8A6D-640C-9F21-BE09AF3C5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Slide 7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2B53ECD-B5F4-F4C6-978C-DE5B5DC586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309429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</Words>
  <Application>Microsoft Office PowerPoint</Application>
  <PresentationFormat>Breitbild</PresentationFormat>
  <Paragraphs>24</Paragraphs>
  <Slides>7</Slides>
  <Notes>7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2026-10-24T17:57:11Z</dcterms:created>
  <dcterms:modified xsi:type="dcterms:W3CDTF">2026-10-24T17:57:11Z</dcterms:modified>
</cp:coreProperties>
</file>